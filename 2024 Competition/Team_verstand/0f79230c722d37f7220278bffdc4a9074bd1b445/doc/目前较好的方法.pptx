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0" r:id="rId4"/>
    <p:sldId id="269" r:id="rId5"/>
    <p:sldId id="258" r:id="rId6"/>
    <p:sldId id="259" r:id="rId7"/>
    <p:sldId id="271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301" autoAdjust="0"/>
  </p:normalViewPr>
  <p:slideViewPr>
    <p:cSldViewPr snapToGrid="0">
      <p:cViewPr varScale="1">
        <p:scale>
          <a:sx n="78" d="100"/>
          <a:sy n="78" d="100"/>
        </p:scale>
        <p:origin x="12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88652-1255-4649-BF9E-53DDBAEE9779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AA110-F02C-46C9-86FC-6F6C3C6BAA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68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78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967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68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显然，延迟估计越准确越好。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拥塞系数自适应计算。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可以统计</a:t>
            </a:r>
            <a:r>
              <a:rPr lang="en-US" altLang="zh-CN" dirty="0"/>
              <a:t>other agent</a:t>
            </a:r>
            <a:r>
              <a:rPr lang="zh-CN" altLang="en-US" dirty="0"/>
              <a:t>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目标数量，也可以统计</a:t>
            </a:r>
            <a:r>
              <a:rPr lang="en-US" altLang="zh-CN" dirty="0"/>
              <a:t>other agent</a:t>
            </a:r>
            <a:r>
              <a:rPr lang="zh-CN" altLang="en-US" dirty="0"/>
              <a:t>当前位置和</a:t>
            </a:r>
            <a:r>
              <a:rPr lang="zh-CN" altLang="en-US"/>
              <a:t>目标位置中间点</a:t>
            </a:r>
            <a:r>
              <a:rPr lang="zh-CN" altLang="en-US" dirty="0"/>
              <a:t>的数量。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圆可以是曼哈顿圆。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贪心选择预估任务时长</a:t>
            </a:r>
            <a:r>
              <a:rPr lang="en-US" altLang="zh-CN" dirty="0"/>
              <a:t>+</a:t>
            </a:r>
            <a:r>
              <a:rPr lang="zh-CN" altLang="en-US" dirty="0"/>
              <a:t>估计延迟最小的</a:t>
            </a:r>
            <a:r>
              <a:rPr lang="en-US" altLang="zh-CN" dirty="0"/>
              <a:t>task</a:t>
            </a:r>
          </a:p>
          <a:p>
            <a:pPr marL="228600" indent="-228600">
              <a:buAutoNum type="arabicPeriod"/>
            </a:pPr>
            <a:r>
              <a:rPr lang="zh-CN" altLang="en-US" dirty="0"/>
              <a:t>适用于中型算例。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569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区域大小也可以是</a:t>
            </a:r>
            <a:r>
              <a:rPr lang="en-US" altLang="zh-CN" dirty="0"/>
              <a:t>16x16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046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highway</a:t>
            </a:r>
            <a:r>
              <a:rPr lang="zh-CN" altLang="en-US" dirty="0"/>
              <a:t>解决单步规划数目村冈的问题。</a:t>
            </a:r>
            <a:endParaRPr lang="en-US" altLang="zh-CN" dirty="0"/>
          </a:p>
          <a:p>
            <a:r>
              <a:rPr lang="zh-CN" altLang="en-US" dirty="0"/>
              <a:t>潮汐车道？</a:t>
            </a:r>
            <a:endParaRPr lang="en-US" altLang="zh-CN" dirty="0"/>
          </a:p>
          <a:p>
            <a:r>
              <a:rPr lang="zh-CN" altLang="en-US" dirty="0"/>
              <a:t>推广到不规则地图？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404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147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AA110-F02C-46C9-86FC-6F6C3C6BAA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67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8208B-6E2E-4177-94E6-505C9364F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9CF8C60-60F7-4731-B5F7-6E8B9A854A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D5E166-909B-49EE-867B-869D94EB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E742D5-3E82-48EF-B0D3-B5D03F00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C9D6F-3006-45B7-8F84-5CCF01CD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49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46D7F-219E-4A5D-B2AB-B645FF9C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A24A9-4D58-4F1E-BBD9-D74EF1304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E082C-F964-4BBE-A563-B9C76153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B8DA6-9127-4EF6-A949-0271DB85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A53C5-4802-402B-8D1B-62FE5518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407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8D847-ACDD-49CF-9A55-347967F5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3ED949-E0F3-48C2-BDBB-ACEA62D57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7F3FB6-C055-4009-9C7A-E3EF13490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8BBE2-FD88-44DB-8361-7B5BDABF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CA1F4-7996-4578-BE8F-22FA0827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190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5328D-3A52-435E-AFB0-6E893A42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4301FD-FA5F-4FB4-9E6F-9146A47D1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B80653-0C23-4925-B891-438754DB3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B63828-C7FE-446B-A3BF-02657015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89A7BA-1F28-497E-9E07-8830ED18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3117D7-D820-4017-ADA7-516CEF8D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874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92A53-D580-430C-A518-FCD110F0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443B4D-91FE-4910-9FDB-00234F372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8AA371-750D-4A08-8D32-EFA6D793A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AAF843-A1B5-4F4D-B7DA-2AEB7BEE3C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58F101D-395D-4729-9B6A-97CDFC06E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71CFAD-2D46-494B-8FEB-B4A993A5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501B08-4175-4136-B664-7D691CC6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30F71B-9B5B-4EC8-968A-7DF39B14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2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C8F83-1B8B-4E68-95A4-CAF0EAFD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EFCE38-93F6-4E94-93F4-C287A48F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11C4E5-7407-4EDA-B6BE-E69A8927C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7B448E-F203-48CB-ACDD-33514607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31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7F71B2-B52C-4879-B2D1-661E7864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C48902C-B59D-43A8-84F9-CBB29073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BCF46-A10E-4B68-82E9-F87BF18A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97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96FA-4D3B-45CA-AE11-4367A126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4BC26-1737-4342-A392-8F4486447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6BBD5D-4FBF-4288-BB02-4CEF19F01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1790D5-EAE1-4C18-B6DC-9F426BBA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CB721E-02DD-476B-A120-133EF7AD8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228C0B-1161-4E8B-8468-E3EFAF2A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71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8D94D-8827-448A-AD27-532CF7AA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6CFCEE-9356-4882-B76D-3B7628847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C9BFAF-1D6A-4342-AE30-BDCC7ED1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652D0C-B9E9-42F1-A25A-5216E1DEE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C4DFBA-D0B9-4597-9EA3-3A2AF62B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C1BAD1-543D-482A-9C3E-E19B1AE4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89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0CF90-DEE8-4CBE-B477-3C1FBFA6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06EF96-9569-4B22-B157-E2EFFAEB0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C5402-E697-4823-BD7F-D7E17BCBB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290E3-380D-4D6E-9FF2-AC8937C8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3FACB4-BD3F-4337-A865-ABCBB2FC4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44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77817E-F31A-413D-8835-5240D3FF6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0D4A42-9714-4778-B0DB-34DC22075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021C11-CBFE-4649-B3F2-18A5215A9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460E91-95E6-4409-B048-124FF9172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81765-8E05-4658-A260-A3BDA1FF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7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BEAD34-ABEC-4F9E-A699-A3DC21954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99E853-06CD-4B73-AC9D-F49F34EC9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879DC3-4B56-4745-963A-C22AB16FF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85C94-3B32-4227-8F38-36B153FCFB31}" type="datetimeFigureOut">
              <a:rPr lang="zh-CN" altLang="en-US" smtClean="0"/>
              <a:t>2025/1/16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FDDCD-99DA-4537-A51B-8A8ED6F3B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89BC1-4253-43D0-8BBD-EAFA2A868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2DF37-BA61-4E53-9FE4-E97D80C2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7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1A6D86-3D05-4C0E-B001-9676A1B51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目前较好的策略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B7A23D-C2B7-49D0-8193-B66AE46582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Track </a:t>
            </a:r>
            <a:r>
              <a:rPr lang="zh-CN" altLang="en-US" dirty="0"/>
              <a:t>任务分配</a:t>
            </a:r>
          </a:p>
        </p:txBody>
      </p:sp>
    </p:spTree>
    <p:extLst>
      <p:ext uri="{BB962C8B-B14F-4D97-AF65-F5344CB8AC3E}">
        <p14:creationId xmlns:p14="http://schemas.microsoft.com/office/powerpoint/2010/main" val="60764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D7E06-A48F-466F-8BCB-734C3329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251"/>
            <a:ext cx="10515600" cy="1170431"/>
          </a:xfrm>
        </p:spPr>
        <p:txBody>
          <a:bodyPr/>
          <a:lstStyle/>
          <a:p>
            <a:r>
              <a:rPr lang="en-US" altLang="zh-CN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匈牙利</a:t>
            </a:r>
            <a:r>
              <a:rPr lang="en-US" altLang="zh-CN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抢单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0DC1F7-D3F1-4359-B3F9-8993B7093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分配使用匈牙利算法。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在分配任务时，不仅考虑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 task,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同时考虑已经分配但尚未取货的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task.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适用于小型算例。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314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对抢单的思考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 agent &lt;&lt; free task,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抢单的收益或许就不大了？</a:t>
            </a:r>
          </a:p>
        </p:txBody>
      </p:sp>
    </p:spTree>
    <p:extLst>
      <p:ext uri="{BB962C8B-B14F-4D97-AF65-F5344CB8AC3E}">
        <p14:creationId xmlns:p14="http://schemas.microsoft.com/office/powerpoint/2010/main" val="386709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A0CBB-28A9-4359-A9A2-1B655924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156"/>
            <a:ext cx="10515600" cy="828135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自适应拥塞估计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FC6B7-E6BB-48DF-B76D-B66F2D225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049" y="1155940"/>
            <a:ext cx="6433927" cy="50210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预估任务时长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实际取货时长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估计延迟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为圆心，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|task-agent|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为半径的圆中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other 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D89539AF-6062-4524-A8D1-93FAFE85B1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91020" y="1500997"/>
            <a:ext cx="5014931" cy="4675967"/>
          </a:xfrm>
        </p:spPr>
      </p:pic>
    </p:spTree>
    <p:extLst>
      <p:ext uri="{BB962C8B-B14F-4D97-AF65-F5344CB8AC3E}">
        <p14:creationId xmlns:p14="http://schemas.microsoft.com/office/powerpoint/2010/main" val="49062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FDE511-CDAF-429F-938A-32990A120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71"/>
            <a:ext cx="10515600" cy="1121433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区域自适应拥塞估计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147AF-ECC7-404D-9EEE-72D3EFC0F6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9727" y="1302589"/>
            <a:ext cx="6866627" cy="48743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将地图划分为若干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32x32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的区域。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所在区域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自适应系数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延迟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sum(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拥塞权重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适用于大型算例。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954583-5B9C-43FC-BD5A-C9BE8EFB32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680205" y="1684201"/>
            <a:ext cx="3752850" cy="3438525"/>
          </a:xfrm>
        </p:spPr>
      </p:pic>
    </p:spTree>
    <p:extLst>
      <p:ext uri="{BB962C8B-B14F-4D97-AF65-F5344CB8AC3E}">
        <p14:creationId xmlns:p14="http://schemas.microsoft.com/office/powerpoint/2010/main" val="4105568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路径规划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highway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CA4703C-9DFF-46FC-8AC7-9547870A2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102615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4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498C-72EE-4FAD-A07B-4713FA1CD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Rank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8F5654-E192-4FD0-A035-2D2B07BD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P+S: 2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S: 1</a:t>
            </a:r>
          </a:p>
          <a:p>
            <a:pPr>
              <a:lnSpc>
                <a:spcPct val="17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P: 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4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9578D8-2375-4CEA-9431-F50851E18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Q&amp;A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56193B-B6E7-4A19-994C-8E8463829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094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283</Words>
  <Application>Microsoft Office PowerPoint</Application>
  <PresentationFormat>宽屏</PresentationFormat>
  <Paragraphs>42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目前较好的策略</vt:lpstr>
      <vt:lpstr>1 匈牙利+抢单</vt:lpstr>
      <vt:lpstr>对抢单的思考</vt:lpstr>
      <vt:lpstr>2 自适应拥塞估计</vt:lpstr>
      <vt:lpstr>3 区域自适应拥塞估计 </vt:lpstr>
      <vt:lpstr>4 路径规划highway</vt:lpstr>
      <vt:lpstr>5 Rank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LoRR 2024</dc:title>
  <dc:creator>Ye Gao</dc:creator>
  <cp:lastModifiedBy>Ye Gao</cp:lastModifiedBy>
  <cp:revision>440</cp:revision>
  <dcterms:created xsi:type="dcterms:W3CDTF">2024-11-26T11:47:48Z</dcterms:created>
  <dcterms:modified xsi:type="dcterms:W3CDTF">2025-01-16T02:09:02Z</dcterms:modified>
</cp:coreProperties>
</file>